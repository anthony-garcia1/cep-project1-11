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56646ee809aa066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56646ee809aa066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37a28259d7e61945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37a28259d7e61945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56646ee809aa066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56646ee809aa066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56646ee809aa0665_2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56646ee809aa0665_2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56646ee809aa0665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56646ee809aa0665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56646ee809aa066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56646ee809aa066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56646ee809aa066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56646ee809aa066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news.un.org/en/story/2026/06/1167658" TargetMode="External"/><Relationship Id="rId4" Type="http://schemas.openxmlformats.org/officeDocument/2006/relationships/hyperlink" Target="https://unu.edu/inweh/news/un-secretary-general-launches-ai-environmental-transparency-initiative-calling-ai" TargetMode="External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10783" y="-5630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 Software Engineering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10775" y="1613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By. Chen Zeng, Luis Ernesto, Anthony Garcia</a:t>
            </a:r>
            <a:endParaRPr/>
          </a:p>
        </p:txBody>
      </p:sp>
      <p:pic>
        <p:nvPicPr>
          <p:cNvPr id="56" name="Google Shape;56;p13" title="image1024x76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825" y="2191076"/>
            <a:ext cx="4970501" cy="279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pc="-69" sz="2300">
                <a:highlight>
                  <a:srgbClr val="FFFFFF"/>
                </a:highlight>
              </a:rPr>
              <a:t>Global data centre electricity consumption by Equipment</a:t>
            </a:r>
            <a:endParaRPr b="1" spc="-69" sz="23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global-data-centre-electricity-consumption-by-equipment-base-case-2020-2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249" y="1152475"/>
            <a:ext cx="4394925" cy="36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703625"/>
            <a:ext cx="5679604" cy="2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Green Software Engineering?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Green software engineering is the practice of designing, developing, running, and maintaining software in ways that minimize its environmental impact by reducing energy consumption, carbon emissions, and resource waste.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</a:t>
            </a:r>
            <a:r>
              <a:rPr lang="en"/>
              <a:t>Software</a:t>
            </a:r>
            <a:r>
              <a:rPr lang="en"/>
              <a:t> Engineering Waste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46">
                <a:solidFill>
                  <a:srgbClr val="222222"/>
                </a:solidFill>
                <a:highlight>
                  <a:srgbClr val="FFFFFF"/>
                </a:highlight>
              </a:rPr>
              <a:t>According to the International Energy Agency, a traditional ChatGPT request was estimated to use around ten times more electricity than a Google search, although actual consumption varies depending on the model and task.</a:t>
            </a:r>
            <a:endParaRPr sz="2246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46">
                <a:solidFill>
                  <a:srgbClr val="222222"/>
                </a:solidFill>
                <a:highlight>
                  <a:srgbClr val="FFFFFF"/>
                </a:highlight>
              </a:rPr>
              <a:t>Another concern is electronic waste. AI infrastructure requires specialized chips and servers, which eventually need to be replaced or recycled.</a:t>
            </a:r>
            <a:endParaRPr sz="2246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42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42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42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6289"/>
              <a:buFont typeface="Arial"/>
              <a:buNone/>
            </a:pPr>
            <a:r>
              <a:t/>
            </a:r>
            <a:endParaRPr sz="1442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global-data-centre-electricity-consumption-by-equipment-base-case-2020-2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2525" y="2406475"/>
            <a:ext cx="2594874" cy="21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703625"/>
            <a:ext cx="5679604" cy="2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developers can do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Energy efficiency: do the same job with less computing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Carbon awareness: run heavy tasks when the electricity is cleaner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Hardware efficiency: keep devices and servers longer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Measurement: "What you can't measure, you can't improve"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Source: Green Software Foundation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with our own code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Since 2024, an ISO standard measures software's carbon: the Software Carbon Intensity (SCI) specification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June 2026: the UN asked AI companies to disclose their carbon, water and land footprints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Sources: Green Software Foundation; UN University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IEA (2025), Global data centre electricity consumption, by equipment, Base Case, 2020-2030, IEA, Paris https://www.iea.org/data-and-statistics/charts/global-data-centre-electricity-consumption-by-equipment-base-case-2020-2030, Licence: CC BY 4.0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https://news.un.org/en/story/2026/06/1167658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Green Software Foundation (n.d.), Introduction, https://learn.greensoftware.foundation/introduction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Green Software Foundation (2024), SCI specification achieves ISO standard status, https://greensoftware.foundation/articles/sci-specification-achieves-iso-standard-status/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UNU-INWEH (2026), UN Secretary-General launches AI Environmental Transparency Initiative,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https://unu.edu/inweh/news/un-secretary-general-launches-ai-environmental-transparency-initiative-calling-ai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https://news.mit.edu/2026/how-data-centers-can-better-manage-energy-use-0626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721275"/>
            <a:ext cx="6092823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9024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lang="en" sz="2050">
                <a:solidFill>
                  <a:srgbClr val="11111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What is currently being done to address AI’s environmental impact?</a:t>
            </a:r>
            <a:endParaRPr sz="2050">
              <a:solidFill>
                <a:srgbClr val="11111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472"/>
              <a:buFont typeface="Arial"/>
              <a:buNone/>
            </a:pPr>
            <a:r>
              <a:rPr lang="en" sz="1655">
                <a:highlight>
                  <a:srgbClr val="FFFFFF"/>
                </a:highlight>
              </a:rPr>
              <a:t>UNESCO Recommendations on the Ethics of Artificial Intelligence</a:t>
            </a:r>
            <a:r>
              <a:rPr lang="en" sz="1655">
                <a:solidFill>
                  <a:srgbClr val="222222"/>
                </a:solidFill>
                <a:highlight>
                  <a:srgbClr val="FFFFFF"/>
                </a:highlight>
              </a:rPr>
              <a:t>, - addresses </a:t>
            </a:r>
            <a:r>
              <a:rPr lang="en" sz="1655">
                <a:solidFill>
                  <a:srgbClr val="222222"/>
                </a:solidFill>
                <a:highlight>
                  <a:schemeClr val="lt1"/>
                </a:highlight>
              </a:rPr>
              <a:t>its environmental impact as well as its</a:t>
            </a:r>
            <a:r>
              <a:rPr lang="en" sz="1655">
                <a:solidFill>
                  <a:srgbClr val="222222"/>
                </a:solidFill>
                <a:highlight>
                  <a:srgbClr val="FFFFFF"/>
                </a:highlight>
              </a:rPr>
              <a:t> ethical application.</a:t>
            </a:r>
            <a:endParaRPr sz="1655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66472"/>
              <a:buFont typeface="Arial"/>
              <a:buNone/>
            </a:pPr>
            <a:r>
              <a:rPr lang="en" sz="1655">
                <a:solidFill>
                  <a:srgbClr val="222222"/>
                </a:solidFill>
                <a:highlight>
                  <a:srgbClr val="FFFFFF"/>
                </a:highlight>
              </a:rPr>
              <a:t>Companies are developing smaller models, specialized AI chips, model quantization, pruning, and more efficient inference methods. These approaches reduce the computing needed for many AI tasks.</a:t>
            </a:r>
            <a:endParaRPr sz="1655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6472"/>
              <a:buFont typeface="Arial"/>
              <a:buNone/>
            </a:pPr>
            <a:r>
              <a:rPr lang="en" sz="1655">
                <a:solidFill>
                  <a:srgbClr val="222222"/>
                </a:solidFill>
                <a:highlight>
                  <a:srgbClr val="FFFFFF"/>
                </a:highlight>
              </a:rPr>
              <a:t>Data centres are adopting direct-to-chip liquid cooling, better airflow management, heat reuse, and alternative cooling systems. Some facilities also use reclaimed water instead of drinking water </a:t>
            </a:r>
            <a:endParaRPr sz="1655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1481"/>
              <a:buFont typeface="Arial"/>
              <a:buNone/>
            </a:pPr>
            <a:r>
              <a:t/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